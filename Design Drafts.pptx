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CBC49-2753-45B3-1945-4C296F02B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A12C56-F429-2D7B-00CD-6ED0A56AF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769BA-4519-50EE-AC54-D9C3A41DB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07135-71E3-4806-9579-F1B41139915A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B8A3D-858A-5CED-F9E1-72134E44A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5F19E-DC65-909B-183C-ADE100A7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638-F790-43B4-8934-EB8202144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3119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CC55B-142C-CD83-CA0D-2FA709C2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4D291-891C-A879-E91B-27710304A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872AF-3852-BD1A-1268-0E9EE259D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07135-71E3-4806-9579-F1B41139915A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64004-B5D2-3ABC-1250-73D075D88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20434-8672-9F10-0E24-52A65AB0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638-F790-43B4-8934-EB8202144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257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9F51D-C715-DA43-C491-771775F1C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18C10-D2C4-3478-EBD0-92E8E1998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8DC8B-D410-6DFE-36DA-44D464D48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07135-71E3-4806-9579-F1B41139915A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3B2D0-2E87-24B7-9972-A4A202DBD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6DD79-3F96-62A1-6086-B110DFD36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638-F790-43B4-8934-EB8202144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083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29245-F000-6153-D029-29DBF2025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9A4B3-F5C8-AF9A-AC9B-61095AF11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3F52C7-8C7C-CC26-9358-4C66B10A5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7E57A-1E5F-7D4F-53A0-00193A8C6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07135-71E3-4806-9579-F1B41139915A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50594B-C3AB-03BC-A446-5B7FE4CED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1A33C-98E9-CA4E-74F1-9C9E3FBF4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638-F790-43B4-8934-EB8202144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938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9CDD7-E4BA-8E7B-6929-547407C3C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37F53-D34D-B9D1-DBCB-069202D8A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97BC33-F66E-DD3A-20D4-F4AA57CE5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B6A9FC-CE98-B8F6-748A-4FED1C91C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B3A24B-6271-C4AD-0147-48ED1C34A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823365-EEE9-EBA3-6EC9-28C6E2F27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07135-71E3-4806-9579-F1B41139915A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ABE1D9-DD45-50A6-50D6-FCD1DC3B3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E761DA-5550-EEF6-79B2-789FBCDA4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638-F790-43B4-8934-EB8202144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324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2006A-BEE9-7E45-1DEA-EA28473B7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1FA66-A3C5-949E-3D0B-32A282E51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07135-71E3-4806-9579-F1B41139915A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4C5BCF-CE76-35C3-9725-9CDB1CFB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E56DF-31D8-F24E-DC71-AC66772F4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638-F790-43B4-8934-EB8202144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7825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4424AE-90A0-E0F9-CE90-06F06A165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07135-71E3-4806-9579-F1B41139915A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7844DD-CA58-47AC-95FD-EBBC26F53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04EC1-6658-D015-BEB3-305A774BA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638-F790-43B4-8934-EB8202144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73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33E6D-9D4B-A9E1-36EA-4533AE389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7550F-FE2F-AB06-CA54-FEB964345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85039D-7807-92E0-8329-45373FAF7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2E42D-6181-F7D1-71E3-9FE658F6B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07135-71E3-4806-9579-F1B41139915A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2E075-4E47-B6B4-7DE9-73571D92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D6DD7-7DCB-DEEE-0CCB-BA5D20EBF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638-F790-43B4-8934-EB8202144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10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842E3-9132-C890-2B6E-DEE4B433C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791188-1085-81A5-CC72-82B8DF9898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8EC2B-5910-4746-C048-93E563B39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2EF56-C634-A93D-0CB3-F1C49F9AC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07135-71E3-4806-9579-F1B41139915A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BB976-0C75-2C10-A93F-177B4BD67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AD26C-BD34-C788-3CBB-1F479B3F9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638-F790-43B4-8934-EB8202144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60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4175-B3C3-8E70-59DA-F8E6D8FE3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230B6E-456C-5167-B887-08D5C8BF5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EBBCC-12AE-72A7-8E0A-DF2BF66F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07135-71E3-4806-9579-F1B41139915A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A3235-D128-E705-C17D-61C70D346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20C55-CDE0-1321-5488-A7361A244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638-F790-43B4-8934-EB8202144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555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96CEF4-E7C8-6939-DCA6-5687279000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6BAF45-D61D-E349-86E8-22F1370846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973DB-E44A-BAA2-ACE6-4F44AB00E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07135-71E3-4806-9579-F1B41139915A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DBB15-C0BE-400A-D6FF-7CB53E093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5FE27-4D88-ACBB-E51B-FA93AB1B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638-F790-43B4-8934-EB8202144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871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74A63-D04C-2AFB-770D-9AFD8A1BB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82673-B424-D4EC-7BCA-6D70C0C9E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0AE6E-7DEE-6EE1-A12C-2FD397D43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707135-71E3-4806-9579-F1B41139915A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A827A-3075-F30D-F100-F4EB6AC733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F459A-5494-D198-7807-70E7831FA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760638-F790-43B4-8934-EB8202144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502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m Reel&quot; Images – Browse 738,259 Stock Photos, Vectors, and Video | Adobe  Stock">
            <a:extLst>
              <a:ext uri="{FF2B5EF4-FFF2-40B4-BE49-F238E27FC236}">
                <a16:creationId xmlns:a16="http://schemas.microsoft.com/office/drawing/2014/main" id="{ECB5BAAE-D790-1D72-097F-B1AAEA361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574" y="610985"/>
            <a:ext cx="1645920" cy="10972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400302-7FFE-E9A8-6756-C39CA68EC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41" y="2149409"/>
            <a:ext cx="2959178" cy="25591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275130-CB2F-B5AB-8A7D-957D4790D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164" y="2149409"/>
            <a:ext cx="4026107" cy="255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365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Ward, Callum</dc:creator>
  <cp:lastModifiedBy>Ward, Callum</cp:lastModifiedBy>
  <cp:revision>1</cp:revision>
  <dcterms:created xsi:type="dcterms:W3CDTF">2026-06-17T14:38:23Z</dcterms:created>
  <dcterms:modified xsi:type="dcterms:W3CDTF">2026-06-17T14:47:27Z</dcterms:modified>
</cp:coreProperties>
</file>